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 Label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8449"/>
              </a:solidFill>
              <a:effectLst/>
            </c:spPr>
          </c:dPt>
          <c:dPt>
            <c:idx val="1"/>
            <c:bubble3D val="0"/>
            <c:spPr>
              <a:solidFill>
                <a:srgbClr val="D4800A"/>
              </a:solidFill>
              <a:effectLst/>
            </c:spPr>
          </c:dPt>
          <c:dPt>
            <c:idx val="2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1033</c:v>
                </c:pt>
                <c:pt idx="1">
                  <c:v>960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5276"/>
                </a:solidFill>
                <a:latin typeface="Arial"/>
              </a:defRPr>
            </a:pPr>
            <a:r>
              <a:rPr sz="1500" b="0" i="0" u="none" strike="noStrike">
                <a:solidFill>
                  <a:srgbClr val="1A5276"/>
                </a:solidFill>
                <a:latin typeface="Arial"/>
              </a:rPr>
              <a:t>5-Fold Cross-Validation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A52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8"/>
        </c:scaling>
        <c:delete val="0"/>
        <c:axPos val="l"/>
        <c:majorGridlines>
          <c:spPr>
            <a:ln w="6350" cap="flat">
              <a:solidFill>
                <a:srgbClr val="D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4572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🌍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Earthquake Hazard Prediction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0" y="3310128"/>
            <a:ext cx="2743200" cy="45720"/>
          </a:xfrm>
          <a:prstGeom prst="rect">
            <a:avLst/>
          </a:prstGeom>
          <a:solidFill>
            <a:srgbClr val="B2D8F0"/>
          </a:solidFill>
          <a:ln w="12700">
            <a:solidFill>
              <a:srgbClr val="B2D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6304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earthsafe-eu9o2sytymwqnls48ppjg7.streamlit.app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Flask API  ·  POST /predict  ·  GET /recent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4389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 ~55,000 earthquakes of M≥2.5 occur globally. USGS publishes the data in real time — but it's raw, technical numbers that most people cannot act 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translates seismic parameters into a clear hazard level: Low, Moderate, or High.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7472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55,000+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M≥2.5 quakes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(global)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83664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83664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83664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2023-2024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19856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9856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19856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37760" y="1481328"/>
            <a:ext cx="3840480" cy="100584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481328"/>
            <a:ext cx="128016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57276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66360" y="1975104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  ·  Minor shaking, rarely felt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384048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2651760"/>
            <a:ext cx="128016" cy="1005840"/>
          </a:xfrm>
          <a:prstGeom prst="rect">
            <a:avLst/>
          </a:prstGeom>
          <a:solidFill>
            <a:srgbClr val="D4800A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274320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8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166360" y="3145536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  ·  Widely felt, possible minor damage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3822192"/>
            <a:ext cx="384048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3822192"/>
            <a:ext cx="128016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391363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166360" y="4315968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  ·  Strong shaking, significant damage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9264" y="1435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" y="16916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chunks · M≥2.5 · 2023–2024 · 2,000 records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276856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276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" y="22951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" y="255117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text · impute gap (103 nulls with median)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313639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9264" y="315468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" y="341071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Low &lt;4.0 · Moderate 4–6 · High ≥6.0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3995928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995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9264" y="40142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 CV Split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" y="42702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cross-validation, stratified by hazard class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914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2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4663440" y="1353312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4663440" y="4315968"/>
            <a:ext cx="4206240" cy="512064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54880" y="4343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class: only 7 records (M≥6.0 events are rare). Handled with balanced sample weights in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8686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97880" y="868680"/>
            <a:ext cx="2926080" cy="17373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89320" y="9144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89320" y="1280160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989320" y="179222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89320" y="20848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 · sample_weight balanced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2788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897880" y="32186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05472" y="3273552"/>
            <a:ext cx="113970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00044" y="3218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97880" y="35661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05472" y="3621024"/>
            <a:ext cx="97292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57628" y="35661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897880" y="39136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05472" y="3968496"/>
            <a:ext cx="6949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29830" y="391363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97880" y="42611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205472" y="4315968"/>
            <a:ext cx="5559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932" y="4261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897880" y="46085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205472" y="4663440"/>
            <a:ext cx="2779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88134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3000" dirty="0"/>
          </a:p>
        </p:txBody>
      </p:sp>
      <p:pic>
        <p:nvPicPr>
          <p:cNvPr id="5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68680"/>
            <a:ext cx="86868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19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319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60020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0020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07208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07208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3.0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14216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14216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1.35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21224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21224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5.20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2823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63524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3524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32688"/>
            <a:ext cx="2816352" cy="1828800"/>
          </a:xfrm>
          <a:prstGeom prst="rect">
            <a:avLst/>
          </a:prstGeom>
          <a:solidFill>
            <a:srgbClr val="E0F5F2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32688"/>
            <a:ext cx="2816352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🎚️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18688" y="932688"/>
            <a:ext cx="2816352" cy="1828800"/>
          </a:xfrm>
          <a:prstGeom prst="rect">
            <a:avLst/>
          </a:prstGeom>
          <a:solidFill>
            <a:srgbClr val="EAF4FB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932688"/>
            <a:ext cx="2816352" cy="822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68496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46704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globe with live USGS data, color-coded by hazard, auto-refreshes every 5 min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932688"/>
            <a:ext cx="2816352" cy="1828800"/>
          </a:xfrm>
          <a:prstGeom prst="rect">
            <a:avLst/>
          </a:prstGeom>
          <a:solidFill>
            <a:srgbClr val="FEF9E7"/>
          </a:solidFill>
          <a:ln w="12700">
            <a:solidFill>
              <a:srgbClr val="D6891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932688"/>
            <a:ext cx="2816352" cy="82296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31152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89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for each class, progress bars, magnitude gauge chart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2944368"/>
            <a:ext cx="2816352" cy="1828800"/>
          </a:xfrm>
          <a:prstGeom prst="rect">
            <a:avLst/>
          </a:prstGeom>
          <a:solidFill>
            <a:srgbClr val="F4ECF7"/>
          </a:solidFill>
          <a:ln w="12700">
            <a:solidFill>
              <a:srgbClr val="7D3C9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944368"/>
            <a:ext cx="2816352" cy="8229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5840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3C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Flask REST API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4048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returns hazard_label, probabilities, hex color in JSON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18688" y="2944368"/>
            <a:ext cx="2816352" cy="182880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2944368"/>
            <a:ext cx="2816352" cy="822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68496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Live Proxy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346704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fetches last 24h earthquakes in real time for the map feed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81344" y="2944368"/>
            <a:ext cx="2816352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81344" y="2944368"/>
            <a:ext cx="2816352" cy="822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🐳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931152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+ Cloud Run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309360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Containerised, serverless deployment — app stays live June 2 to June 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Challenges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6032" y="1517904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517904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— only 7 High-hazard events in 2,000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322576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22576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port 5000 blocked by AirPlay — migrated Flask API to port 5001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" y="3127248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" y="3127248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requires brew install libomp on macOS for OpenMP support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6032" y="3931920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931920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20k/request limit — solved with monthly chunk fetching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Learnings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18688" y="1517904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18688" y="1517904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MLOps pipeline in one project: collect → train → API → UI → cloud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18688" y="2322576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322576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is the right metric for imbalanced multiclass, not accuracy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18688" y="3127248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18688" y="3127248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health checks + depends_on for reliable multi-service startup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18688" y="3931920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18688" y="3931920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0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sample_weight more robust than class_weight for rare classes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Work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181344" y="1517904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81344" y="1517904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5936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temporal features — aftershock sequences, time since last event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81344" y="2322576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81344" y="2322576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WebSocket feed for sub-second real-time map updates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181344" y="3127248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81344" y="3127248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regression: predict magnitude from early seismic signals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81344" y="3931920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81344" y="3931920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45936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clustering — fault line proximity as an engineered feature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2026-05-14T10:05:06Z</dcterms:created>
  <dcterms:modified xsi:type="dcterms:W3CDTF">2026-05-14T10:05:06Z</dcterms:modified>
</cp:coreProperties>
</file>