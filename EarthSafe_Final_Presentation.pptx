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Hazard Label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</c:dPt>
          <c:dPt>
            <c:idx val="1"/>
            <c:bubble3D val="0"/>
            <c:spPr>
              <a:solidFill>
                <a:srgbClr val="D4800A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(M&lt;4.0)</c:v>
                </c:pt>
                <c:pt idx="1">
                  <c:v>Moderate (4.0-6.0)</c:v>
                </c:pt>
                <c:pt idx="2">
                  <c:v>High (M&gt;=6.0)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1033</c:v>
                </c:pt>
                <c:pt idx="1">
                  <c:v>960</c:v>
                </c:pt>
                <c:pt idx="2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A5276"/>
                </a:solidFill>
                <a:latin typeface="Arial"/>
              </a:defRPr>
            </a:pPr>
            <a:r>
              <a:rPr sz="1500" b="0" i="0" u="none" strike="noStrike">
                <a:solidFill>
                  <a:srgbClr val="1A5276"/>
                </a:solidFill>
                <a:latin typeface="Arial"/>
              </a:rPr>
              <a:t>5-Fold Cross-Validation Results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0.971</c:v>
                </c:pt>
                <c:pt idx="1">
                  <c:v>0.999</c:v>
                </c:pt>
                <c:pt idx="2">
                  <c:v>0.9995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0.861</c:v>
                </c:pt>
                <c:pt idx="1">
                  <c:v>0.944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8"/>
        </c:scaling>
        <c:delete val="0"/>
        <c:axPos val="l"/>
        <c:majorGridlines>
          <c:spPr>
            <a:ln w="6350" cap="flat">
              <a:solidFill>
                <a:srgbClr val="D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4572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EarthSafe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Earthquake Hazard Prediction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3310128"/>
            <a:ext cx="2743200" cy="45720"/>
          </a:xfrm>
          <a:prstGeom prst="rect">
            <a:avLst/>
          </a:prstGeom>
          <a:solidFill>
            <a:srgbClr val="B2D8F0"/>
          </a:solidFill>
          <a:ln w="12700">
            <a:solidFill>
              <a:srgbClr val="B2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564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UCLA  ·  Spring 2026  ·  Yutong Ma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397764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earthsafe-eu9o2sytymwqnls48ppjg7.streamlit.app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97764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Flask API  ·  POST /predict  ·  GET /recent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 &amp; Motivation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~55,000 earthquakes of M≥2.5 occur globally. USGS publishes the data in real time — but it's raw, technical numbers that most people cannot act on.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EarthSafe translates seismic parameters into a clear hazard level: Low, Moderate, or High.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7472" y="3108960"/>
            <a:ext cx="1389888" cy="1051560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314553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36576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M≥2.5 quakes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(global)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83664" y="3108960"/>
            <a:ext cx="1389888" cy="1051560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83664" y="314553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83664" y="36576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collected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2023-2024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9856" y="3108960"/>
            <a:ext cx="1389888" cy="1051560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9856" y="314553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19856" y="36576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Hazard Levels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937760" y="1481328"/>
            <a:ext cx="3840480" cy="1005840"/>
          </a:xfrm>
          <a:prstGeom prst="rect">
            <a:avLst/>
          </a:prstGeom>
          <a:solidFill>
            <a:srgbClr val="E9F7EF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481328"/>
            <a:ext cx="128016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5727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Low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66360" y="197510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&lt; 4.0  ·  Minor shaking, rarely felt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651760"/>
            <a:ext cx="3840480" cy="1005840"/>
          </a:xfrm>
          <a:prstGeom prst="rect">
            <a:avLst/>
          </a:prstGeom>
          <a:solidFill>
            <a:srgbClr val="FEF9E7"/>
          </a:solidFill>
          <a:ln w="12700">
            <a:solidFill>
              <a:srgbClr val="D4800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651760"/>
            <a:ext cx="128016" cy="1005840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7432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8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Moderate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66360" y="314553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4.0–6.0  ·  Widely felt, possible minor damage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3822192"/>
            <a:ext cx="3840480" cy="100584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822192"/>
            <a:ext cx="128016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91363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High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166360" y="431596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≥ 6.0  ·  Strong shaking, significant damage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&amp; Preprocessing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1435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USGS API Fetch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" y="16916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chunks · M≥2.5 · 2023–2024 · 2,000 records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7685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76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2951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" y="25511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location_type from place text · impute gap (103 nulls with median)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363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9264" y="31546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Hazard Labeling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" y="3410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Low &lt;4.0 · Moderate 4–6 · High ≥6.0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99592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9264" y="40142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Stratified CV Split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" y="42702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cross-validation, stratified by hazard class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Distribution</a:t>
            </a:r>
            <a:endParaRPr lang="en-US" sz="2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663440" y="1353312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4663440" y="4315968"/>
            <a:ext cx="4206240" cy="512064"/>
          </a:xfrm>
          <a:prstGeom prst="rect">
            <a:avLst/>
          </a:prstGeom>
          <a:solidFill>
            <a:srgbClr val="FEF9E7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High class: only 7 records (M≥6.0 events are rare). Handled with balanced sample weights in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Development &amp; Evaluation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868680"/>
            <a:ext cx="2926080" cy="1737360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Best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89320" y="12801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989320" y="179222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99.95%  ·  Macro F1 1.00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20848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 · depth 6 · lr 0.05 · sample_weight balanced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97880" y="32186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05472" y="3273552"/>
            <a:ext cx="113970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00044" y="32186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9788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05472" y="3621024"/>
            <a:ext cx="972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57628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39136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05472" y="3968496"/>
            <a:ext cx="6949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29830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97880" y="4261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05472" y="4315968"/>
            <a:ext cx="5559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932" y="4261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97880" y="46085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location_type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205472" y="4663440"/>
            <a:ext cx="2779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88134" y="46085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Architecture</a:t>
            </a:r>
            <a:endParaRPr lang="en-US" sz="3000" dirty="0"/>
          </a:p>
        </p:txBody>
      </p:sp>
      <p:pic>
        <p:nvPicPr>
          <p:cNvPr id="5" name="Image 0" descr="/Users/biubiu/Desktop/EarthSafe/data/processed/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8680"/>
            <a:ext cx="86868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" y="44074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00200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44074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07208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07208" y="44074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14216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14216" y="44074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21224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21224" y="44074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5.20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28232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44074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35240" y="4407408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44074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Features &amp;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816352" cy="1828800"/>
          </a:xfrm>
          <a:prstGeom prst="rect">
            <a:avLst/>
          </a:prstGeom>
          <a:solidFill>
            <a:srgbClr val="E0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32688"/>
            <a:ext cx="2816352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78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🎚️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07899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Sliders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1682496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magnitude, depth, gap, RMS, location type — hazard level updates instantly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18688" y="932688"/>
            <a:ext cx="2816352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32688"/>
            <a:ext cx="2816352" cy="822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78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68496" y="107899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Earthquake Map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46704" y="1682496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globe with live USGS data, color-coded by hazard, auto-refreshes every 5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932688"/>
            <a:ext cx="2816352" cy="1828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689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932688"/>
            <a:ext cx="2816352" cy="82296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078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31152" y="107899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89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Display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1682496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for each class, progress bars, magnitude gauge chart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" y="2944368"/>
            <a:ext cx="2816352" cy="1828800"/>
          </a:xfrm>
          <a:prstGeom prst="rect">
            <a:avLst/>
          </a:prstGeom>
          <a:solidFill>
            <a:srgbClr val="F4ECF7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44368"/>
            <a:ext cx="2816352" cy="822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3C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REST API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" y="3694176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returns hazard_label, probabilities, hex color in JSON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18688" y="2944368"/>
            <a:ext cx="2816352" cy="1828800"/>
          </a:xfrm>
          <a:prstGeom prst="rect">
            <a:avLst/>
          </a:prstGeom>
          <a:solidFill>
            <a:srgbClr val="E9F7EF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944368"/>
            <a:ext cx="2816352" cy="8229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968496" y="309067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USGS Live Proxy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46704" y="3694176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/recent fetches last 24h earthquakes in real time for the map feed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81344" y="2944368"/>
            <a:ext cx="2816352" cy="18288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2944368"/>
            <a:ext cx="2816352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31152" y="309067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Cloud Run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09360" y="3694176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serverless deployment — app stays live June 2 to June 9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Challenges, Learnings &amp;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8163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Challenges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1517904"/>
            <a:ext cx="2816352" cy="713232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17904"/>
            <a:ext cx="914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5727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— only 7 High-hazard events in 2,000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322576"/>
            <a:ext cx="2816352" cy="713232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322576"/>
            <a:ext cx="914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37744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port 5000 blocked by AirPlay — migrated Flask API to port 5001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127248"/>
            <a:ext cx="2816352" cy="713232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127248"/>
            <a:ext cx="914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18211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requires brew install libomp on macOS for OpenMP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931920"/>
            <a:ext cx="2816352" cy="713232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931920"/>
            <a:ext cx="914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86784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20k/request limit — solved with monthly chunk fetching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18688" y="914400"/>
            <a:ext cx="2816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914400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Learnings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18688" y="1517904"/>
            <a:ext cx="2816352" cy="713232"/>
          </a:xfrm>
          <a:prstGeom prst="rect">
            <a:avLst/>
          </a:prstGeom>
          <a:solidFill>
            <a:srgbClr val="E0F5F2"/>
          </a:solidFill>
          <a:ln w="12700">
            <a:solidFill>
              <a:srgbClr val="A2D9C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1517904"/>
            <a:ext cx="91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5727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MLOps pipeline in one project: collect → train → API → UI → cloud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18688" y="2322576"/>
            <a:ext cx="2816352" cy="713232"/>
          </a:xfrm>
          <a:prstGeom prst="rect">
            <a:avLst/>
          </a:prstGeom>
          <a:solidFill>
            <a:srgbClr val="E0F5F2"/>
          </a:solidFill>
          <a:ln w="12700">
            <a:solidFill>
              <a:srgbClr val="A2D9C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322576"/>
            <a:ext cx="91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37744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is the right metric for imbalanced multiclass, not accuracy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18688" y="3127248"/>
            <a:ext cx="2816352" cy="713232"/>
          </a:xfrm>
          <a:prstGeom prst="rect">
            <a:avLst/>
          </a:prstGeom>
          <a:solidFill>
            <a:srgbClr val="E0F5F2"/>
          </a:solidFill>
          <a:ln w="12700">
            <a:solidFill>
              <a:srgbClr val="A2D9C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3127248"/>
            <a:ext cx="91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18211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health checks + depends_on for reliable multi-service startup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18688" y="3931920"/>
            <a:ext cx="2816352" cy="713232"/>
          </a:xfrm>
          <a:prstGeom prst="rect">
            <a:avLst/>
          </a:prstGeom>
          <a:solidFill>
            <a:srgbClr val="E0F5F2"/>
          </a:solidFill>
          <a:ln w="12700">
            <a:solidFill>
              <a:srgbClr val="A2D9C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3931920"/>
            <a:ext cx="91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986784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sample_weight more robust than class_weight for rare classes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914400"/>
            <a:ext cx="2816352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914400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Work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181344" y="1517904"/>
            <a:ext cx="2816352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81344" y="1517904"/>
            <a:ext cx="9144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5936" y="157276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temporal features — aftershock sequences, time since last event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81344" y="2322576"/>
            <a:ext cx="2816352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2322576"/>
            <a:ext cx="9144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237744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WebSocket feed for sub-second real-time map updates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81344" y="3127248"/>
            <a:ext cx="2816352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1344" y="3127248"/>
            <a:ext cx="9144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318211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regression: predict magnitude from early seismic signals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81344" y="3931920"/>
            <a:ext cx="2816352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B2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81344" y="3931920"/>
            <a:ext cx="9144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3986784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clustering — fault line proximity as an engineered feature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EarthSafe  ·  STAT 418  ·  Yutong Ma  ·  UCLA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EarthSafe — STAT 418 Final Presentation</dc:title>
  <dc:subject>PptxGenJS Presentation</dc:subject>
  <dc:creator>Yutong Ma</dc:creator>
  <cp:lastModifiedBy>Yutong Ma</cp:lastModifiedBy>
  <cp:revision>1</cp:revision>
  <dcterms:created xsi:type="dcterms:W3CDTF">2026-05-14T09:56:43Z</dcterms:created>
  <dcterms:modified xsi:type="dcterms:W3CDTF">2026-05-14T09:56:43Z</dcterms:modified>
</cp:coreProperties>
</file>